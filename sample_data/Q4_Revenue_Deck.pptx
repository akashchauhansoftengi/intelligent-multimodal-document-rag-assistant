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Cloud Services is now the primary growth driver going into FY2026.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FY2025 Revenue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Board of Directors —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Q4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Full-year revenue reached $51.0M, up 18% from $43.2M in FY2024.</a:t>
            </a:r>
          </a:p>
          <a:p>
            <a:pPr>
              <a:defRPr sz="1600"/>
            </a:pPr>
            <a:r>
              <a:t>Cloud Services grew 31.7% year-over-year, the fastest of any segment.</a:t>
            </a:r>
          </a:p>
          <a:p>
            <a:pPr>
              <a:defRPr sz="1600"/>
            </a:pPr>
            <a:r>
              <a:t>Gross margin expanded to 62%, up from 58% in FY2024.</a:t>
            </a:r>
          </a:p>
          <a:p>
            <a:pPr>
              <a:defRPr sz="1600"/>
            </a:pPr>
            <a:r>
              <a:t>Asia-Pacific revenue grew 31% year-over-year on new enterprise contracts.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Revenue by Segment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FY2024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FY2025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YoY Growth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+24.9%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+31.7%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Professional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-9.9%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 &amp;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-17.6%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8 — Revenue by Year</a:t>
            </a:r>
          </a:p>
        </p:txBody>
      </p:sp>
      <p:pic>
        <p:nvPicPr>
          <p:cNvPr id="3" name="Picture 2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5943600" cy="346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